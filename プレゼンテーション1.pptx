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2" d="100"/>
          <a:sy n="52" d="100"/>
        </p:scale>
        <p:origin x="11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D814A-5C5A-45FB-888A-1C1E64DA3B5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32F5F21D-DB7B-4644-8DC8-FBCA92A4F7BE}">
      <dgm:prSet/>
      <dgm:spPr/>
      <dgm:t>
        <a:bodyPr/>
        <a:lstStyle/>
        <a:p>
          <a:r>
            <a:rPr kumimoji="1" lang="ja-JP" dirty="0"/>
            <a:t>①書く　</a:t>
          </a:r>
          <a:endParaRPr kumimoji="1" lang="en-US" altLang="ja-JP" dirty="0"/>
        </a:p>
        <a:p>
          <a:r>
            <a:rPr kumimoji="1" lang="ja-JP" dirty="0"/>
            <a:t>気になった場面を</a:t>
          </a:r>
          <a:endParaRPr kumimoji="1" lang="en-US" altLang="ja-JP" dirty="0"/>
        </a:p>
        <a:p>
          <a:r>
            <a:rPr kumimoji="1" lang="en-US" dirty="0"/>
            <a:t>3</a:t>
          </a:r>
          <a:r>
            <a:rPr kumimoji="1" lang="ja-JP" dirty="0"/>
            <a:t>分で記入</a:t>
          </a:r>
          <a:endParaRPr lang="ja-JP" dirty="0"/>
        </a:p>
      </dgm:t>
    </dgm:pt>
    <dgm:pt modelId="{FB4F4E86-BF07-4A1C-8386-9B684DEE5392}" type="parTrans" cxnId="{6B071B57-0B13-4152-A506-EDBE65759957}">
      <dgm:prSet/>
      <dgm:spPr/>
      <dgm:t>
        <a:bodyPr/>
        <a:lstStyle/>
        <a:p>
          <a:endParaRPr kumimoji="1" lang="ja-JP" altLang="en-US"/>
        </a:p>
      </dgm:t>
    </dgm:pt>
    <dgm:pt modelId="{65EA5367-76B5-44CA-BFF5-43DBD008B80C}" type="sibTrans" cxnId="{6B071B57-0B13-4152-A506-EDBE65759957}">
      <dgm:prSet/>
      <dgm:spPr/>
      <dgm:t>
        <a:bodyPr/>
        <a:lstStyle/>
        <a:p>
          <a:endParaRPr kumimoji="1" lang="ja-JP" altLang="en-US"/>
        </a:p>
      </dgm:t>
    </dgm:pt>
    <dgm:pt modelId="{D86E094C-60E1-4873-A375-74C2043D8EC1}">
      <dgm:prSet/>
      <dgm:spPr/>
      <dgm:t>
        <a:bodyPr/>
        <a:lstStyle/>
        <a:p>
          <a:r>
            <a:rPr kumimoji="1" lang="ja-JP" dirty="0"/>
            <a:t>②整える</a:t>
          </a:r>
          <a:endParaRPr kumimoji="1" lang="en-US" altLang="ja-JP" dirty="0"/>
        </a:p>
        <a:p>
          <a:r>
            <a:rPr kumimoji="1" lang="ja-JP" dirty="0"/>
            <a:t>　声を「話せる問い」に変換</a:t>
          </a:r>
          <a:endParaRPr lang="ja-JP" dirty="0"/>
        </a:p>
      </dgm:t>
    </dgm:pt>
    <dgm:pt modelId="{BFE4D672-F2A5-495F-BBBE-89F6DD81FFF0}" type="parTrans" cxnId="{1DC7DC1C-8B0A-40E5-B040-DF060688D0C9}">
      <dgm:prSet/>
      <dgm:spPr/>
      <dgm:t>
        <a:bodyPr/>
        <a:lstStyle/>
        <a:p>
          <a:endParaRPr kumimoji="1" lang="ja-JP" altLang="en-US"/>
        </a:p>
      </dgm:t>
    </dgm:pt>
    <dgm:pt modelId="{EC354914-4B98-45C2-86B7-772BD482DA3B}" type="sibTrans" cxnId="{1DC7DC1C-8B0A-40E5-B040-DF060688D0C9}">
      <dgm:prSet/>
      <dgm:spPr/>
      <dgm:t>
        <a:bodyPr/>
        <a:lstStyle/>
        <a:p>
          <a:endParaRPr kumimoji="1" lang="ja-JP" altLang="en-US"/>
        </a:p>
      </dgm:t>
    </dgm:pt>
    <dgm:pt modelId="{FAA4FC7F-46AE-45AB-BDE2-BBF7522B3770}">
      <dgm:prSet/>
      <dgm:spPr/>
      <dgm:t>
        <a:bodyPr/>
        <a:lstStyle/>
        <a:p>
          <a:r>
            <a:rPr kumimoji="1" lang="ja-JP" dirty="0"/>
            <a:t>➂話す　</a:t>
          </a:r>
          <a:endParaRPr kumimoji="1" lang="en-US" altLang="ja-JP" dirty="0"/>
        </a:p>
        <a:p>
          <a:r>
            <a:rPr kumimoji="1" lang="ja-JP" dirty="0"/>
            <a:t>同じ場面の先生</a:t>
          </a:r>
          <a:r>
            <a:rPr kumimoji="1" lang="en-US" dirty="0"/>
            <a:t>3,4</a:t>
          </a:r>
          <a:r>
            <a:rPr kumimoji="1" lang="ja-JP" dirty="0"/>
            <a:t>人で</a:t>
          </a:r>
          <a:endParaRPr kumimoji="1" lang="en-US" altLang="ja-JP" dirty="0"/>
        </a:p>
        <a:p>
          <a:r>
            <a:rPr kumimoji="1" lang="en-US" dirty="0"/>
            <a:t>30</a:t>
          </a:r>
          <a:r>
            <a:rPr kumimoji="1" lang="ja-JP" dirty="0"/>
            <a:t>分の対話</a:t>
          </a:r>
          <a:endParaRPr lang="ja-JP" dirty="0"/>
        </a:p>
      </dgm:t>
    </dgm:pt>
    <dgm:pt modelId="{0034E38C-73D2-45A9-8543-C5637788B435}" type="parTrans" cxnId="{AF716F66-ECF3-4680-86B7-41221C593F62}">
      <dgm:prSet/>
      <dgm:spPr/>
      <dgm:t>
        <a:bodyPr/>
        <a:lstStyle/>
        <a:p>
          <a:endParaRPr kumimoji="1" lang="ja-JP" altLang="en-US"/>
        </a:p>
      </dgm:t>
    </dgm:pt>
    <dgm:pt modelId="{C8E131D7-9036-46FB-BCCA-F59243F1488D}" type="sibTrans" cxnId="{AF716F66-ECF3-4680-86B7-41221C593F62}">
      <dgm:prSet/>
      <dgm:spPr/>
      <dgm:t>
        <a:bodyPr/>
        <a:lstStyle/>
        <a:p>
          <a:endParaRPr kumimoji="1" lang="ja-JP" altLang="en-US"/>
        </a:p>
      </dgm:t>
    </dgm:pt>
    <dgm:pt modelId="{3AD16996-7BC7-448E-95FB-1BACD197F345}" type="pres">
      <dgm:prSet presAssocID="{3D8D814A-5C5A-45FB-888A-1C1E64DA3B5F}" presName="CompostProcess" presStyleCnt="0">
        <dgm:presLayoutVars>
          <dgm:dir/>
          <dgm:resizeHandles val="exact"/>
        </dgm:presLayoutVars>
      </dgm:prSet>
      <dgm:spPr/>
    </dgm:pt>
    <dgm:pt modelId="{D4709403-B163-4838-85DC-B08ED28C8813}" type="pres">
      <dgm:prSet presAssocID="{3D8D814A-5C5A-45FB-888A-1C1E64DA3B5F}" presName="arrow" presStyleLbl="bgShp" presStyleIdx="0" presStyleCnt="1"/>
      <dgm:spPr/>
    </dgm:pt>
    <dgm:pt modelId="{7877442E-E1D8-4AC3-AF79-980B11999A1B}" type="pres">
      <dgm:prSet presAssocID="{3D8D814A-5C5A-45FB-888A-1C1E64DA3B5F}" presName="linearProcess" presStyleCnt="0"/>
      <dgm:spPr/>
    </dgm:pt>
    <dgm:pt modelId="{3B326FD3-0F68-4B66-8BB7-628D11572903}" type="pres">
      <dgm:prSet presAssocID="{32F5F21D-DB7B-4644-8DC8-FBCA92A4F7BE}" presName="textNode" presStyleLbl="node1" presStyleIdx="0" presStyleCnt="3">
        <dgm:presLayoutVars>
          <dgm:bulletEnabled val="1"/>
        </dgm:presLayoutVars>
      </dgm:prSet>
      <dgm:spPr/>
    </dgm:pt>
    <dgm:pt modelId="{D0CBBE46-5241-43F3-8755-688CC366F6DA}" type="pres">
      <dgm:prSet presAssocID="{65EA5367-76B5-44CA-BFF5-43DBD008B80C}" presName="sibTrans" presStyleCnt="0"/>
      <dgm:spPr/>
    </dgm:pt>
    <dgm:pt modelId="{B11A778A-FE9F-4551-93C7-29ED1BD77825}" type="pres">
      <dgm:prSet presAssocID="{D86E094C-60E1-4873-A375-74C2043D8EC1}" presName="textNode" presStyleLbl="node1" presStyleIdx="1" presStyleCnt="3">
        <dgm:presLayoutVars>
          <dgm:bulletEnabled val="1"/>
        </dgm:presLayoutVars>
      </dgm:prSet>
      <dgm:spPr/>
    </dgm:pt>
    <dgm:pt modelId="{AA45178A-5529-470F-A471-4F12253CB923}" type="pres">
      <dgm:prSet presAssocID="{EC354914-4B98-45C2-86B7-772BD482DA3B}" presName="sibTrans" presStyleCnt="0"/>
      <dgm:spPr/>
    </dgm:pt>
    <dgm:pt modelId="{4C207021-5C08-49A4-B1F5-B82626092701}" type="pres">
      <dgm:prSet presAssocID="{FAA4FC7F-46AE-45AB-BDE2-BBF7522B377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1DC7DC1C-8B0A-40E5-B040-DF060688D0C9}" srcId="{3D8D814A-5C5A-45FB-888A-1C1E64DA3B5F}" destId="{D86E094C-60E1-4873-A375-74C2043D8EC1}" srcOrd="1" destOrd="0" parTransId="{BFE4D672-F2A5-495F-BBBE-89F6DD81FFF0}" sibTransId="{EC354914-4B98-45C2-86B7-772BD482DA3B}"/>
    <dgm:cxn modelId="{F7D4571D-F37E-4958-8D53-6DA4F75577EC}" type="presOf" srcId="{D86E094C-60E1-4873-A375-74C2043D8EC1}" destId="{B11A778A-FE9F-4551-93C7-29ED1BD77825}" srcOrd="0" destOrd="0" presId="urn:microsoft.com/office/officeart/2005/8/layout/hProcess9"/>
    <dgm:cxn modelId="{AF716F66-ECF3-4680-86B7-41221C593F62}" srcId="{3D8D814A-5C5A-45FB-888A-1C1E64DA3B5F}" destId="{FAA4FC7F-46AE-45AB-BDE2-BBF7522B3770}" srcOrd="2" destOrd="0" parTransId="{0034E38C-73D2-45A9-8543-C5637788B435}" sibTransId="{C8E131D7-9036-46FB-BCCA-F59243F1488D}"/>
    <dgm:cxn modelId="{03D8374A-3D6E-4FF3-9BD0-2F89B48BFE91}" type="presOf" srcId="{32F5F21D-DB7B-4644-8DC8-FBCA92A4F7BE}" destId="{3B326FD3-0F68-4B66-8BB7-628D11572903}" srcOrd="0" destOrd="0" presId="urn:microsoft.com/office/officeart/2005/8/layout/hProcess9"/>
    <dgm:cxn modelId="{6B071B57-0B13-4152-A506-EDBE65759957}" srcId="{3D8D814A-5C5A-45FB-888A-1C1E64DA3B5F}" destId="{32F5F21D-DB7B-4644-8DC8-FBCA92A4F7BE}" srcOrd="0" destOrd="0" parTransId="{FB4F4E86-BF07-4A1C-8386-9B684DEE5392}" sibTransId="{65EA5367-76B5-44CA-BFF5-43DBD008B80C}"/>
    <dgm:cxn modelId="{15D7ECCA-906B-492C-89F7-7C80280BF0CE}" type="presOf" srcId="{3D8D814A-5C5A-45FB-888A-1C1E64DA3B5F}" destId="{3AD16996-7BC7-448E-95FB-1BACD197F345}" srcOrd="0" destOrd="0" presId="urn:microsoft.com/office/officeart/2005/8/layout/hProcess9"/>
    <dgm:cxn modelId="{C8D8A7DA-6EF5-452A-B25F-0E7AC9C93E65}" type="presOf" srcId="{FAA4FC7F-46AE-45AB-BDE2-BBF7522B3770}" destId="{4C207021-5C08-49A4-B1F5-B82626092701}" srcOrd="0" destOrd="0" presId="urn:microsoft.com/office/officeart/2005/8/layout/hProcess9"/>
    <dgm:cxn modelId="{921A95F9-AB8C-4A6F-B8B5-BE4072B7336E}" type="presParOf" srcId="{3AD16996-7BC7-448E-95FB-1BACD197F345}" destId="{D4709403-B163-4838-85DC-B08ED28C8813}" srcOrd="0" destOrd="0" presId="urn:microsoft.com/office/officeart/2005/8/layout/hProcess9"/>
    <dgm:cxn modelId="{A472745F-7B31-41AB-B7D2-AD75D15666F0}" type="presParOf" srcId="{3AD16996-7BC7-448E-95FB-1BACD197F345}" destId="{7877442E-E1D8-4AC3-AF79-980B11999A1B}" srcOrd="1" destOrd="0" presId="urn:microsoft.com/office/officeart/2005/8/layout/hProcess9"/>
    <dgm:cxn modelId="{AD3D4303-E700-464E-8CAC-26B838D40AAE}" type="presParOf" srcId="{7877442E-E1D8-4AC3-AF79-980B11999A1B}" destId="{3B326FD3-0F68-4B66-8BB7-628D11572903}" srcOrd="0" destOrd="0" presId="urn:microsoft.com/office/officeart/2005/8/layout/hProcess9"/>
    <dgm:cxn modelId="{2B83EA7E-756E-494D-95C0-43A2C5E03A89}" type="presParOf" srcId="{7877442E-E1D8-4AC3-AF79-980B11999A1B}" destId="{D0CBBE46-5241-43F3-8755-688CC366F6DA}" srcOrd="1" destOrd="0" presId="urn:microsoft.com/office/officeart/2005/8/layout/hProcess9"/>
    <dgm:cxn modelId="{089E9CDB-3CDD-447C-8713-F4D2E43EE341}" type="presParOf" srcId="{7877442E-E1D8-4AC3-AF79-980B11999A1B}" destId="{B11A778A-FE9F-4551-93C7-29ED1BD77825}" srcOrd="2" destOrd="0" presId="urn:microsoft.com/office/officeart/2005/8/layout/hProcess9"/>
    <dgm:cxn modelId="{C48F0F55-B0C2-4003-9F45-09FEBDD9972F}" type="presParOf" srcId="{7877442E-E1D8-4AC3-AF79-980B11999A1B}" destId="{AA45178A-5529-470F-A471-4F12253CB923}" srcOrd="3" destOrd="0" presId="urn:microsoft.com/office/officeart/2005/8/layout/hProcess9"/>
    <dgm:cxn modelId="{5054A0AC-18C0-4E8B-B2F2-D15EE00C3145}" type="presParOf" srcId="{7877442E-E1D8-4AC3-AF79-980B11999A1B}" destId="{4C207021-5C08-49A4-B1F5-B8262609270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09403-B163-4838-85DC-B08ED28C8813}">
      <dsp:nvSpPr>
        <dsp:cNvPr id="0" name=""/>
        <dsp:cNvSpPr/>
      </dsp:nvSpPr>
      <dsp:spPr>
        <a:xfrm>
          <a:off x="529866" y="0"/>
          <a:ext cx="6005150" cy="153940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26FD3-0F68-4B66-8BB7-628D11572903}">
      <dsp:nvSpPr>
        <dsp:cNvPr id="0" name=""/>
        <dsp:cNvSpPr/>
      </dsp:nvSpPr>
      <dsp:spPr>
        <a:xfrm>
          <a:off x="239405" y="461820"/>
          <a:ext cx="2119464" cy="6157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①書く　</a:t>
          </a:r>
          <a:endParaRPr kumimoji="1" lang="en-US" altLang="ja-JP" sz="600" kern="1200" dirty="0"/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気になった場面を</a:t>
          </a:r>
          <a:endParaRPr kumimoji="1" lang="en-US" altLang="ja-JP" sz="600" kern="1200" dirty="0"/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600" kern="1200" dirty="0"/>
            <a:t>3</a:t>
          </a:r>
          <a:r>
            <a:rPr kumimoji="1" lang="ja-JP" sz="600" kern="1200" dirty="0"/>
            <a:t>分で記入</a:t>
          </a:r>
          <a:endParaRPr lang="ja-JP" sz="600" kern="1200" dirty="0"/>
        </a:p>
      </dsp:txBody>
      <dsp:txXfrm>
        <a:off x="269464" y="491879"/>
        <a:ext cx="2059346" cy="555643"/>
      </dsp:txXfrm>
    </dsp:sp>
    <dsp:sp modelId="{B11A778A-FE9F-4551-93C7-29ED1BD77825}">
      <dsp:nvSpPr>
        <dsp:cNvPr id="0" name=""/>
        <dsp:cNvSpPr/>
      </dsp:nvSpPr>
      <dsp:spPr>
        <a:xfrm>
          <a:off x="2472709" y="461820"/>
          <a:ext cx="2119464" cy="6157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②整える</a:t>
          </a:r>
          <a:endParaRPr kumimoji="1" lang="en-US" altLang="ja-JP" sz="600" kern="1200" dirty="0"/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　声を「話せる問い」に変換</a:t>
          </a:r>
          <a:endParaRPr lang="ja-JP" sz="600" kern="1200" dirty="0"/>
        </a:p>
      </dsp:txBody>
      <dsp:txXfrm>
        <a:off x="2502768" y="491879"/>
        <a:ext cx="2059346" cy="555643"/>
      </dsp:txXfrm>
    </dsp:sp>
    <dsp:sp modelId="{4C207021-5C08-49A4-B1F5-B82626092701}">
      <dsp:nvSpPr>
        <dsp:cNvPr id="0" name=""/>
        <dsp:cNvSpPr/>
      </dsp:nvSpPr>
      <dsp:spPr>
        <a:xfrm>
          <a:off x="4706012" y="461820"/>
          <a:ext cx="2119464" cy="6157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➂話す　</a:t>
          </a:r>
          <a:endParaRPr kumimoji="1" lang="en-US" altLang="ja-JP" sz="600" kern="1200" dirty="0"/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600" kern="1200" dirty="0"/>
            <a:t>同じ場面の先生</a:t>
          </a:r>
          <a:r>
            <a:rPr kumimoji="1" lang="en-US" sz="600" kern="1200" dirty="0"/>
            <a:t>3,4</a:t>
          </a:r>
          <a:r>
            <a:rPr kumimoji="1" lang="ja-JP" sz="600" kern="1200" dirty="0"/>
            <a:t>人で</a:t>
          </a:r>
          <a:endParaRPr kumimoji="1" lang="en-US" altLang="ja-JP" sz="600" kern="1200" dirty="0"/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600" kern="1200" dirty="0"/>
            <a:t>30</a:t>
          </a:r>
          <a:r>
            <a:rPr kumimoji="1" lang="ja-JP" sz="600" kern="1200" dirty="0"/>
            <a:t>分の対話</a:t>
          </a:r>
          <a:endParaRPr lang="ja-JP" sz="600" kern="1200" dirty="0"/>
        </a:p>
      </dsp:txBody>
      <dsp:txXfrm>
        <a:off x="4736071" y="491879"/>
        <a:ext cx="2059346" cy="555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864B8-7B2E-4E84-B7C4-1D8FCCD91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25CB43-2507-4E77-A5C0-436787F1D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655C2F-A781-488F-8E7C-35720C70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114276-0F62-4DF9-9597-23EDC3A2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375374-E6EC-4CE3-8FA0-108CD7EE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0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592783-9BA4-4D41-8EC4-C1AA1176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59E74D-FE24-4B05-B85B-7AE8630B9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95F03D-18A6-44B0-B0DF-32A063D9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C54FF-47CF-4049-B4B9-FA009D47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3113BE-DD59-4274-BE47-0719C0E2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84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E9260F-CD44-4AF9-9D7C-A40731C6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26F02A-B070-4882-9553-ACC829CE5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CFBBE9-EE0B-4602-88E1-C05A81E2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84F9F9-B690-4A2E-B832-2EEA5AEF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DD33AC-A289-4517-8BC8-3DF154CF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23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7507B-1193-4E80-B91C-056A8302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A9AEC9-EBB9-44B1-A341-113FAF8D8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8A27F7-6E29-428C-BFFB-9E022E900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25384A-C052-4BBC-9E32-DBE103AE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6D5F28-F350-43BA-875F-772A70FD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30D4F5-F372-4481-9CC3-4BBB7659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48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BC17E-097F-496C-8F49-26A54A9A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B55100-7207-46B4-BF1E-E27C09592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F45888-1B88-48D7-94F6-12972F043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EEE356-4514-4105-8F9C-C1289513A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C0EC14-638E-4734-8358-824599974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7A3DBC-ADA3-4BB1-BF16-81B5F0FD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64A8B1-F6C3-4000-9712-A51439B7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1C4900A-5570-4497-8E91-B8EBABAA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60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B5284E-0F0F-4E1F-8A1E-C403E28B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2FCE38-BFE4-4BDA-A413-9DA11D1B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96F7C3-922D-4679-991E-89A8DB7C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93943C-4173-4657-B018-B7FFA7C7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9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61666C-0F42-4DDC-B6DF-46A16266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1E86F9-37D3-488C-8143-BF229E1B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7D9CBF-5BD3-4546-8E45-2F9325D9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67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2EC575-6969-4D07-82A3-AE6D9DBF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001615-BF39-4AD4-8F2C-394542679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928F8F-CD60-445F-AF28-F013308C8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F9C54D-3E85-43B1-87BD-39DD0924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783AAF-CB5A-4530-AABC-5064C89A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5FEC6-C9E9-4297-8AB5-2D404239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10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99E83-0CED-4B4C-8BFB-51B13ECB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8340160-D809-41EB-85CC-0EAB7C595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CD0918-B343-4B3A-AE82-9BC59A88F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798388-6D16-4A24-8DDC-D22EAB71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DA7BBD-160B-4B1D-82F4-B40625EA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84766A-3D24-41B3-957C-62E6B439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57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30873B-D864-4574-8E56-47FFFF56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E0A6C3-06E4-4463-B36D-FAE69F92D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B062DA-720D-4386-8212-CD0B29C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F7C3E3-CD0C-4D11-B500-FD7B4696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67903A-9A43-4042-9BF3-C586B95C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75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929FF24-83DA-4708-9EC8-9F9F8B2FC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55FEC5-5C61-4A0E-AD1E-2382ED5E7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0DAC3-F284-4B41-B0F9-AB597271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BEF3F5-6C0E-4A9D-AB85-B20E0020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656617-CFFD-4E34-8449-EA1372F0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10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9C51155-679A-40BC-8912-4F17E415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EBB073-9A6C-4859-9798-38213BC1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55051-7E6C-4E87-A994-7FF5D90F5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2DE45-EDD9-432C-AD18-3DC39476E6C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684B7-C99A-49AA-BE86-593C9E981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8A1D05-1A0E-46BF-AB0E-BF5869F8B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E7210-1839-4B5E-A224-DBACF738B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2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E255B7A4-1B98-4811-B78F-B816AE00C82C}"/>
              </a:ext>
            </a:extLst>
          </p:cNvPr>
          <p:cNvGrpSpPr/>
          <p:nvPr/>
        </p:nvGrpSpPr>
        <p:grpSpPr>
          <a:xfrm>
            <a:off x="1328791" y="153750"/>
            <a:ext cx="9534417" cy="760288"/>
            <a:chOff x="1191802" y="1376737"/>
            <a:chExt cx="7694593" cy="698643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FFE1AC1C-19FF-4E21-BA7A-125060A0AC85}"/>
                </a:ext>
              </a:extLst>
            </p:cNvPr>
            <p:cNvSpPr/>
            <p:nvPr/>
          </p:nvSpPr>
          <p:spPr>
            <a:xfrm>
              <a:off x="1191802" y="1376737"/>
              <a:ext cx="7623425" cy="69864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F6EF8B8-CCB0-489B-BBD4-E7FAA5CD02C4}"/>
                </a:ext>
              </a:extLst>
            </p:cNvPr>
            <p:cNvSpPr txBox="1"/>
            <p:nvPr/>
          </p:nvSpPr>
          <p:spPr>
            <a:xfrm>
              <a:off x="1315092" y="1406619"/>
              <a:ext cx="75713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bg1"/>
                  </a:solidFill>
                </a:rPr>
                <a:t>コロナ禍以降に希薄化した若手教員のつながりを再設計する</a:t>
              </a:r>
              <a:endParaRPr kumimoji="1" lang="en-US" altLang="ja-JP" dirty="0">
                <a:solidFill>
                  <a:schemeClr val="bg1"/>
                </a:solidFill>
              </a:endParaRPr>
            </a:p>
            <a:p>
              <a:r>
                <a:rPr lang="ja-JP" altLang="en-US" dirty="0">
                  <a:solidFill>
                    <a:schemeClr val="bg1"/>
                  </a:solidFill>
                </a:rPr>
                <a:t>～話す関係が失われた現場で「一人で悩まなくてよい」状態をつくる～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89F89B2-658C-479C-9566-F123951003A4}"/>
              </a:ext>
            </a:extLst>
          </p:cNvPr>
          <p:cNvGrpSpPr/>
          <p:nvPr/>
        </p:nvGrpSpPr>
        <p:grpSpPr>
          <a:xfrm>
            <a:off x="543882" y="1051939"/>
            <a:ext cx="4586014" cy="1831107"/>
            <a:chOff x="832207" y="832207"/>
            <a:chExt cx="6554392" cy="2691829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D93E04E8-BDF2-44F9-B4B7-ED6269DA41C8}"/>
                </a:ext>
              </a:extLst>
            </p:cNvPr>
            <p:cNvSpPr/>
            <p:nvPr/>
          </p:nvSpPr>
          <p:spPr>
            <a:xfrm>
              <a:off x="832207" y="832207"/>
              <a:ext cx="5774076" cy="26918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41E0230-E4D9-45E7-90D2-757BE8CB0AB7}"/>
                </a:ext>
              </a:extLst>
            </p:cNvPr>
            <p:cNvSpPr txBox="1"/>
            <p:nvPr/>
          </p:nvSpPr>
          <p:spPr>
            <a:xfrm>
              <a:off x="1067991" y="990442"/>
              <a:ext cx="6318608" cy="2443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1400" b="1" dirty="0"/>
                <a:t>Before</a:t>
              </a:r>
              <a:r>
                <a:rPr lang="ja-JP" altLang="en-US" sz="1400" b="1" dirty="0"/>
                <a:t>（現状</a:t>
              </a:r>
              <a:r>
                <a:rPr lang="ja-JP" altLang="en-US" sz="1400" dirty="0"/>
                <a:t>）</a:t>
              </a:r>
              <a:endParaRPr lang="en-US" altLang="ja-JP" sz="1400" dirty="0"/>
            </a:p>
            <a:p>
              <a:r>
                <a:rPr lang="ja-JP" altLang="en-US" sz="1100" u="sng" dirty="0"/>
                <a:t>コロナ禍以降</a:t>
              </a:r>
              <a:endParaRPr lang="en-US" altLang="ja-JP" sz="1100" u="sng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校内での雑談・相談</a:t>
              </a:r>
              <a:endParaRPr lang="en-US" altLang="ja-JP" sz="11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郊外での研修会・交流の減少</a:t>
              </a:r>
              <a:endParaRPr lang="en-US" altLang="ja-JP" sz="1100" dirty="0"/>
            </a:p>
            <a:p>
              <a:r>
                <a:rPr lang="ja-JP" altLang="en-US" sz="1100" u="sng" dirty="0"/>
                <a:t>若手教員が</a:t>
              </a:r>
              <a:endParaRPr lang="en-US" altLang="ja-JP" sz="1100" u="sng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同じ立場の仲間</a:t>
              </a:r>
              <a:endParaRPr lang="en-US" altLang="ja-JP" sz="11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気軽に話せる相手を持ちにくくなった</a:t>
              </a:r>
              <a:endParaRPr lang="en-US" altLang="ja-JP" sz="1100" dirty="0"/>
            </a:p>
            <a:p>
              <a:r>
                <a:rPr lang="ja-JP" altLang="en-US" sz="1100" u="sng" dirty="0"/>
                <a:t>結果</a:t>
              </a:r>
              <a:endParaRPr lang="en-US" altLang="ja-JP" sz="1100" u="sng" dirty="0"/>
            </a:p>
            <a:p>
              <a:r>
                <a:rPr lang="ja-JP" altLang="en-US" sz="1100" dirty="0"/>
                <a:t>悩みや違和感を共有する「関係そのもの」が希薄化</a:t>
              </a:r>
              <a:endParaRPr lang="en-US" altLang="ja-JP" sz="1100" dirty="0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AD460B8-B727-4693-9C4B-E3A6D0EAA083}"/>
              </a:ext>
            </a:extLst>
          </p:cNvPr>
          <p:cNvGrpSpPr/>
          <p:nvPr/>
        </p:nvGrpSpPr>
        <p:grpSpPr>
          <a:xfrm>
            <a:off x="6919236" y="1166928"/>
            <a:ext cx="4910211" cy="1450629"/>
            <a:chOff x="5116441" y="1204882"/>
            <a:chExt cx="5738164" cy="2510494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EF00F876-3D86-4121-8BD7-1164A7E748E0}"/>
                </a:ext>
              </a:extLst>
            </p:cNvPr>
            <p:cNvSpPr/>
            <p:nvPr/>
          </p:nvSpPr>
          <p:spPr>
            <a:xfrm>
              <a:off x="5116441" y="1204882"/>
              <a:ext cx="5333467" cy="251049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2EE6917-9682-4D1B-8050-BD05F1A0C47C}"/>
                </a:ext>
              </a:extLst>
            </p:cNvPr>
            <p:cNvSpPr txBox="1"/>
            <p:nvPr/>
          </p:nvSpPr>
          <p:spPr>
            <a:xfrm>
              <a:off x="5199222" y="1377825"/>
              <a:ext cx="5655383" cy="2249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b="1" dirty="0"/>
                <a:t>After</a:t>
              </a:r>
              <a:r>
                <a:rPr kumimoji="1" lang="ja-JP" altLang="en-US" sz="1400" b="1" dirty="0"/>
                <a:t>（この企画が実現したい状態）</a:t>
              </a:r>
              <a:endParaRPr kumimoji="1" lang="en-US" altLang="ja-JP" sz="1400" b="1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ja-JP" altLang="en-US" sz="1100" dirty="0"/>
                <a:t>校内</a:t>
              </a:r>
              <a:r>
                <a:rPr lang="ja-JP" altLang="en-US" sz="1100" dirty="0"/>
                <a:t>外をこえて、若手教員同士が定期的につながる</a:t>
              </a:r>
              <a:endParaRPr lang="en-US" altLang="ja-JP" sz="11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ja-JP" altLang="en-US" sz="1100" dirty="0"/>
                <a:t>日常の小さな悩みや違和感を安心して共有できる</a:t>
              </a:r>
              <a:endParaRPr kumimoji="1" lang="en-US" altLang="ja-JP" sz="11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「一人で抱え込まなくていい」と実感できる関係が生まれている</a:t>
              </a:r>
              <a:endParaRPr lang="en-US" altLang="ja-JP" sz="1100" dirty="0"/>
            </a:p>
            <a:p>
              <a:pPr>
                <a:lnSpc>
                  <a:spcPct val="150000"/>
                </a:lnSpc>
              </a:pPr>
              <a:r>
                <a:rPr lang="ja-JP" altLang="en-US" sz="1100" dirty="0"/>
                <a:t>　　　　　　　つながりが、現場に自然と残っていく</a:t>
              </a:r>
              <a:endParaRPr kumimoji="1" lang="ja-JP" altLang="en-US" sz="1100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37F6B11-D88F-4A6C-824B-3264682FD3C5}"/>
              </a:ext>
            </a:extLst>
          </p:cNvPr>
          <p:cNvGrpSpPr/>
          <p:nvPr/>
        </p:nvGrpSpPr>
        <p:grpSpPr>
          <a:xfrm>
            <a:off x="2585147" y="2705754"/>
            <a:ext cx="7064883" cy="1579965"/>
            <a:chOff x="1140431" y="1078787"/>
            <a:chExt cx="8126859" cy="3152916"/>
          </a:xfrm>
        </p:grpSpPr>
        <p:graphicFrame>
          <p:nvGraphicFramePr>
            <p:cNvPr id="12" name="図表 11">
              <a:extLst>
                <a:ext uri="{FF2B5EF4-FFF2-40B4-BE49-F238E27FC236}">
                  <a16:creationId xmlns:a16="http://schemas.microsoft.com/office/drawing/2014/main" id="{3F688489-A521-4BFE-AE64-CAA033C482D0}"/>
                </a:ext>
              </a:extLst>
            </p:cNvPr>
            <p:cNvGraphicFramePr/>
            <p:nvPr/>
          </p:nvGraphicFramePr>
          <p:xfrm>
            <a:off x="1140431" y="1078787"/>
            <a:ext cx="8126859" cy="30719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9484C4D-6542-4FBC-AB2F-7B579A2EB2D7}"/>
                </a:ext>
              </a:extLst>
            </p:cNvPr>
            <p:cNvSpPr txBox="1"/>
            <p:nvPr/>
          </p:nvSpPr>
          <p:spPr>
            <a:xfrm>
              <a:off x="3234035" y="3709644"/>
              <a:ext cx="3889983" cy="522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※</a:t>
              </a:r>
              <a:r>
                <a:rPr kumimoji="1" lang="ja-JP" altLang="en-US" sz="1100" dirty="0"/>
                <a:t>アドバイス禁止</a:t>
              </a:r>
              <a:r>
                <a:rPr kumimoji="1" lang="en-US" altLang="ja-JP" sz="1100" dirty="0"/>
                <a:t>/</a:t>
              </a:r>
              <a:r>
                <a:rPr kumimoji="1" lang="ja-JP" altLang="en-US" sz="1100" dirty="0"/>
                <a:t>評価禁止</a:t>
              </a:r>
              <a:r>
                <a:rPr kumimoji="1" lang="en-US" altLang="ja-JP" sz="1100" dirty="0"/>
                <a:t>/</a:t>
              </a:r>
              <a:r>
                <a:rPr kumimoji="1" lang="ja-JP" altLang="en-US" sz="1100" dirty="0"/>
                <a:t>感じたことのみ共有</a:t>
              </a: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A2775E9-F218-4CD8-AFDF-6FF4705F5A1F}"/>
              </a:ext>
            </a:extLst>
          </p:cNvPr>
          <p:cNvGrpSpPr/>
          <p:nvPr/>
        </p:nvGrpSpPr>
        <p:grpSpPr>
          <a:xfrm>
            <a:off x="804929" y="4416782"/>
            <a:ext cx="6035309" cy="1623903"/>
            <a:chOff x="1232899" y="1232899"/>
            <a:chExt cx="7939693" cy="1477328"/>
          </a:xfrm>
        </p:grpSpPr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90A21CD5-DD72-4922-BA8C-1B5B1415692C}"/>
                </a:ext>
              </a:extLst>
            </p:cNvPr>
            <p:cNvSpPr/>
            <p:nvPr/>
          </p:nvSpPr>
          <p:spPr>
            <a:xfrm>
              <a:off x="1232899" y="1232899"/>
              <a:ext cx="4448710" cy="14773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3DB7C50-F8A8-4AA9-982A-98B1D52FE836}"/>
                </a:ext>
              </a:extLst>
            </p:cNvPr>
            <p:cNvSpPr txBox="1"/>
            <p:nvPr/>
          </p:nvSpPr>
          <p:spPr>
            <a:xfrm>
              <a:off x="1333410" y="1314339"/>
              <a:ext cx="7839182" cy="1270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b="1" dirty="0"/>
                <a:t>私の役割</a:t>
              </a:r>
              <a:endParaRPr kumimoji="1" lang="en-US" altLang="ja-JP" sz="1400" b="1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先生の声を、対話できる問いに編集</a:t>
              </a:r>
              <a:endParaRPr lang="en-US" altLang="ja-JP" sz="11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ja-JP" altLang="en-US" sz="1100" dirty="0"/>
                <a:t>安心して話せる土台を場の設計として整える</a:t>
              </a:r>
              <a:endParaRPr kumimoji="1" lang="en-US" altLang="ja-JP" sz="11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ja-JP" altLang="en-US" sz="1100" dirty="0"/>
                <a:t>場が止まった時の最小限の介入</a:t>
              </a:r>
              <a:endParaRPr lang="en-US" altLang="ja-JP" sz="11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ja-JP" altLang="en-US" sz="1100" dirty="0"/>
                <a:t>対話を次に</a:t>
              </a:r>
              <a:r>
                <a:rPr lang="ja-JP" altLang="en-US" sz="1100" dirty="0"/>
                <a:t>つなげる整理と可視化</a:t>
              </a:r>
              <a:endParaRPr kumimoji="1" lang="ja-JP" altLang="en-US" sz="1100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36FF842-2A01-4F1A-AF81-BF59A5199569}"/>
              </a:ext>
            </a:extLst>
          </p:cNvPr>
          <p:cNvGrpSpPr/>
          <p:nvPr/>
        </p:nvGrpSpPr>
        <p:grpSpPr>
          <a:xfrm>
            <a:off x="6728632" y="4671194"/>
            <a:ext cx="6267581" cy="1389723"/>
            <a:chOff x="956607" y="1040653"/>
            <a:chExt cx="10397663" cy="1229474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D707173-0D40-4720-B717-B90CE478626E}"/>
                </a:ext>
              </a:extLst>
            </p:cNvPr>
            <p:cNvSpPr txBox="1"/>
            <p:nvPr/>
          </p:nvSpPr>
          <p:spPr>
            <a:xfrm>
              <a:off x="1141757" y="1078873"/>
              <a:ext cx="10212513" cy="1191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00" b="1" dirty="0"/>
                <a:t>この先、若手教員はどうなるか</a:t>
              </a:r>
              <a:endParaRPr lang="en-US" altLang="ja-JP" sz="1400" b="1" dirty="0"/>
            </a:p>
            <a:p>
              <a:pPr>
                <a:lnSpc>
                  <a:spcPct val="150000"/>
                </a:lnSpc>
              </a:pPr>
              <a:r>
                <a:rPr kumimoji="1" lang="ja-JP" altLang="en-US" sz="1100" dirty="0"/>
                <a:t>短期：同じ立場で話せる相手が見える</a:t>
              </a:r>
              <a:endParaRPr kumimoji="1" lang="en-US" altLang="ja-JP" sz="1100" dirty="0"/>
            </a:p>
            <a:p>
              <a:pPr>
                <a:lnSpc>
                  <a:spcPct val="150000"/>
                </a:lnSpc>
              </a:pPr>
              <a:r>
                <a:rPr lang="ja-JP" altLang="en-US" sz="1100" dirty="0"/>
                <a:t>中期：定期的に近況や悩みを共有する関係が続く</a:t>
              </a:r>
              <a:endParaRPr lang="en-US" altLang="ja-JP" sz="1100" dirty="0"/>
            </a:p>
            <a:p>
              <a:pPr>
                <a:lnSpc>
                  <a:spcPct val="150000"/>
                </a:lnSpc>
              </a:pPr>
              <a:r>
                <a:rPr lang="ja-JP" altLang="en-US" sz="1100" dirty="0"/>
                <a:t>長期：校内外に困ったときに自然と声をかけあえるつながりが残る</a:t>
              </a:r>
              <a:endParaRPr lang="en-US" altLang="ja-JP" sz="1100" dirty="0"/>
            </a:p>
            <a:p>
              <a:endParaRPr kumimoji="1" lang="ja-JP" altLang="en-US" dirty="0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818294A8-7541-494D-AD5D-A2ACE9674731}"/>
                </a:ext>
              </a:extLst>
            </p:cNvPr>
            <p:cNvSpPr/>
            <p:nvPr/>
          </p:nvSpPr>
          <p:spPr>
            <a:xfrm>
              <a:off x="956607" y="1040653"/>
              <a:ext cx="7571337" cy="10583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043FA75-BF70-4C9B-9F80-A09E7323DBEC}"/>
              </a:ext>
            </a:extLst>
          </p:cNvPr>
          <p:cNvSpPr txBox="1"/>
          <p:nvPr/>
        </p:nvSpPr>
        <p:spPr>
          <a:xfrm>
            <a:off x="4583920" y="6272491"/>
            <a:ext cx="4550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人は指示だけでは動かない。</a:t>
            </a:r>
            <a:endParaRPr kumimoji="1" lang="en-US" altLang="ja-JP" sz="1000" dirty="0"/>
          </a:p>
          <a:p>
            <a:r>
              <a:rPr lang="ja-JP" altLang="en-US" sz="1000" dirty="0"/>
              <a:t>安心できる土台があって、はじめて行動が生まれる。</a:t>
            </a:r>
            <a:endParaRPr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3950176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289</Words>
  <Application>Microsoft Office PowerPoint</Application>
  <PresentationFormat>ワイド画面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Yanagihara_Isshin</dc:creator>
  <cp:lastModifiedBy>Yanagihara_Isshin</cp:lastModifiedBy>
  <cp:revision>4</cp:revision>
  <cp:lastPrinted>2026-01-02T06:26:17Z</cp:lastPrinted>
  <dcterms:created xsi:type="dcterms:W3CDTF">2026-01-02T06:05:00Z</dcterms:created>
  <dcterms:modified xsi:type="dcterms:W3CDTF">2026-01-02T06:27:25Z</dcterms:modified>
</cp:coreProperties>
</file>